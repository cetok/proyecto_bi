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Poppins Light"/>
      <p:regular r:id="rId16"/>
    </p:embeddedFont>
    <p:embeddedFont>
      <p:font typeface="Poppins Bold"/>
      <p:regular r:id="rId17"/>
    </p:embeddedFont>
    <p:embeddedFont>
      <p:font typeface="Roboto Light"/>
      <p:regular r:id="rId18"/>
    </p:embeddedFont>
    <p:embeddedFont>
      <p:font typeface="Roboto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slideLayout" Target="../slideLayouts/slideLayout8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GenBI — Detección de Fraude en Comercios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Sistema de Business Intelligence Generativa para análisis de transacciones financieras.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5755332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Base de Datos — Data Mart de Fraude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2529260"/>
            <a:ext cx="375962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Proyecto Supabase: 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vldzrgfbbncerhkfyrah</a:t>
            </a:r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(us-east-2)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Arquitectura tipo estrella con una tabla de hechos y cinco dimensiones para análisis multidimensional de fraude.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194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Métricas Oficiales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508447"/>
            <a:ext cx="4024015" cy="8549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16692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total_transacciones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1975768"/>
            <a:ext cx="3626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COUNT de transacciones únicas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792" y="1508447"/>
            <a:ext cx="4024089" cy="854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60801" y="166925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monto_total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60801" y="1975768"/>
            <a:ext cx="3626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SUM del monto de todas las transacciones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69" y="2505149"/>
            <a:ext cx="4024015" cy="8597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077" y="2665958"/>
            <a:ext cx="19550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transacciones_fraude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14077" y="2972470"/>
            <a:ext cx="362619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Cantidad de transacciones con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fraude_flag = true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3792" y="2505149"/>
            <a:ext cx="4024089" cy="85970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60801" y="26659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tasa_fraude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60801" y="2972470"/>
            <a:ext cx="3626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Porcentaje de transacciones fraudulentas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069" y="3506614"/>
            <a:ext cx="4024015" cy="8549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4077" y="3667423"/>
            <a:ext cx="22467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monto_fraudulento_total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714077" y="3973934"/>
            <a:ext cx="3626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SUM del monto fraudulento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23792" y="3506614"/>
            <a:ext cx="4024089" cy="85494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60801" y="3667423"/>
            <a:ext cx="27368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monto_promedio_transaccion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860801" y="3973934"/>
            <a:ext cx="36262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Promedio del monto por transacción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0496"/>
            <a:ext cx="524604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Cambios al Proyecto Original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064940"/>
            <a:ext cx="86708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proyecto base usaba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OpenAI GPT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y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PostgreSQL local (Docker)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Se migraron los siguientes archivos: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65162" y="1411039"/>
            <a:ext cx="8213675" cy="3331964"/>
          </a:xfrm>
          <a:prstGeom prst="roundRect">
            <a:avLst>
              <a:gd name="adj" fmla="val 167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9925" y="1415802"/>
            <a:ext cx="8204150" cy="3649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02828" y="1495276"/>
            <a:ext cx="34706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Archivo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86870" y="1495276"/>
            <a:ext cx="511150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Cambio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9925" y="1780729"/>
            <a:ext cx="8204150" cy="369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2828" y="1860203"/>
            <a:ext cx="347067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src/config.py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86870" y="1860203"/>
            <a:ext cx="511150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OpenAI → Anthropic Claude + variables de BD desde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925" y="2150418"/>
            <a:ext cx="8204150" cy="369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2828" y="2229892"/>
            <a:ext cx="347067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src/db.py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870" y="2229892"/>
            <a:ext cx="511150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Conexión hardcodeada → Supabase con SSL (Session Pooler)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925" y="2520107"/>
            <a:ext cx="8204150" cy="369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2828" y="2599581"/>
            <a:ext cx="347067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src/llm_client.py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86870" y="2599581"/>
            <a:ext cx="511150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SDK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SDK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9925" y="2889796"/>
            <a:ext cx="8204150" cy="369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02828" y="2969270"/>
            <a:ext cx="347067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src/business_explainer.py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86870" y="2969270"/>
            <a:ext cx="511150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SDK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SDK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9925" y="3259485"/>
            <a:ext cx="8204150" cy="369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02828" y="3338959"/>
            <a:ext cx="347067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src/chart_recommender.py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86870" y="3338959"/>
            <a:ext cx="511150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SDK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SDK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925" y="3629174"/>
            <a:ext cx="8204150" cy="369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2828" y="3708648"/>
            <a:ext cx="347067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semantic/semantic_dictionary.json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86870" y="3708648"/>
            <a:ext cx="511150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Schema de ventas → Data Mart de fraude propio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925" y="3998863"/>
            <a:ext cx="8204150" cy="369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02828" y="4078337"/>
            <a:ext cx="347067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86870" y="4078337"/>
            <a:ext cx="511150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Librería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925" y="4368552"/>
            <a:ext cx="8204150" cy="369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02828" y="4448026"/>
            <a:ext cx="347067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86870" y="4448026"/>
            <a:ext cx="511150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Variables actualizadas para Claude y Supabase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4473"/>
            <a:ext cx="52496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Flujo Completo del Sistema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0978"/>
            <a:ext cx="8151763" cy="2234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8791" y="2318555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Entrada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78791" y="2601857"/>
            <a:ext cx="1231850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Usuario escribe pregunta en español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41353" y="2159749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Procesamiento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41353" y="2663615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Claude genera SQL y validador seguro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35284" y="2318555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Ejecución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35284" y="2601857"/>
            <a:ext cx="1231850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Supabase consulta el Data Mart de fraude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13530" y="2203861"/>
            <a:ext cx="1231849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Salida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13530" y="2487164"/>
            <a:ext cx="1231849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Explicación de negocio y gráfico automático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390532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sistema combina lenguaje natural, generación SQL segura y visualización automática para democratizar el análisis de fraude en pequeños comercios.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Stack Tecnológico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4988" y="1666652"/>
            <a:ext cx="1631305" cy="24656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35797" y="2252737"/>
            <a:ext cx="13096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Anthropic Claude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635797" y="2837408"/>
            <a:ext cx="1309688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LLM para análisis semántico, generación SQL y explicación de negocio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8052" y="1666652"/>
            <a:ext cx="1631379" cy="24656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08861" y="2252737"/>
            <a:ext cx="13097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Supabase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408861" y="2615952"/>
            <a:ext cx="13097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PostgreSQL en la nube con SSL y Session Pooler (us-east-2)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1190" y="1666652"/>
            <a:ext cx="1631379" cy="246563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81999" y="2252737"/>
            <a:ext cx="13097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Validador SQL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181999" y="2615952"/>
            <a:ext cx="1309762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Bloqueo de comandos peligrosos: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274513"/>
            <a:ext cx="5268069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Preguntas de Prueba — Consultas Válidas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298" y="725463"/>
            <a:ext cx="2099221" cy="20992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93244" y="1649462"/>
            <a:ext cx="4093146" cy="251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Estas consultas en lenguaje natural generan automáticamente SQL 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seguro sobre el Data Mart de fraude:</a:t>
            </a:r>
            <a:endParaRPr lang="en-US" sz="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198" y="2966628"/>
            <a:ext cx="139526" cy="1395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4643" y="2962052"/>
            <a:ext cx="61170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¿Cuántas transacciones fraudulentas hubo por ciudad?</a:t>
            </a:r>
            <a:endParaRPr lang="en-US" sz="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7198" y="3372408"/>
            <a:ext cx="139526" cy="1395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64643" y="3367832"/>
            <a:ext cx="61170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¿Cuál es la tasa de fraude por categoría de comercio?</a:t>
            </a:r>
            <a:endParaRPr lang="en-US" sz="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198" y="3778188"/>
            <a:ext cx="139526" cy="1395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64643" y="3773612"/>
            <a:ext cx="61170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¿Qué tipo de tarjeta tiene mayor monto fraudulento?</a:t>
            </a:r>
            <a:endParaRPr lang="en-US" sz="7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97198" y="4183968"/>
            <a:ext cx="139526" cy="13952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64643" y="4179391"/>
            <a:ext cx="61170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¿En qué franja horaria se registran más fraudes?</a:t>
            </a:r>
            <a:endParaRPr lang="en-US" sz="7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7198" y="4589748"/>
            <a:ext cx="139526" cy="13952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664643" y="4585171"/>
            <a:ext cx="611705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¿Cuál es el monto promedio de transacciones por género?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94" y="375717"/>
            <a:ext cx="3293938" cy="4391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1901" y="407268"/>
            <a:ext cx="4769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Preguntas de Prueba — Solicitudes Bloqueadas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3901901" y="1445047"/>
            <a:ext cx="4769197" cy="44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validador bloquea cualquier comando peligroso como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devolviendo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UNSAFE_REQUEST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901901" y="2031206"/>
            <a:ext cx="2320230" cy="1499220"/>
          </a:xfrm>
          <a:prstGeom prst="roundRect">
            <a:avLst>
              <a:gd name="adj" fmla="val 378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41725" y="2171030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Borrar datos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41725" y="2459385"/>
            <a:ext cx="2040582" cy="72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«Borra todas las transacciones»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→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UNSAFE_REQUEST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bloqueado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0868" y="2031206"/>
            <a:ext cx="2320230" cy="1499220"/>
          </a:xfrm>
          <a:prstGeom prst="roundRect">
            <a:avLst>
              <a:gd name="adj" fmla="val 378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0692" y="2171030"/>
            <a:ext cx="179881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Modificar registros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0692" y="2459385"/>
            <a:ext cx="2040582" cy="931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«Actualiza el monto de la transacción 123»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→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UNSAFE_REQUEST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bloqueado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901901" y="3659163"/>
            <a:ext cx="4769197" cy="1076995"/>
          </a:xfrm>
          <a:prstGeom prst="roundRect">
            <a:avLst>
              <a:gd name="adj" fmla="val 52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41725" y="3798987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Eliminar clientes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41725" y="4087341"/>
            <a:ext cx="4489549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«Elimina los clientes con fraude»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→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UNSAFE_REQUEST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bloqueado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96519" y="2266057"/>
            <a:ext cx="49513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GRACIAS</a:t>
            </a:r>
            <a:endParaRPr lang="en-US" sz="3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2026-05-29T17:44:48Z</dcterms:created>
  <dcterms:modified xsi:type="dcterms:W3CDTF">2026-05-29T17:44:48Z</dcterms:modified>
</cp:coreProperties>
</file>